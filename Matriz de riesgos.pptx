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25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B6B14-4FE2-48D9-9A26-C94F1891FCC9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8DC41-9008-4932-B025-85989C24298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4282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05943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632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385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217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9958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5267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1022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68842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5841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2788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3934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CC5B6-3077-4E57-A2E0-303ED5206B48}" type="datetimeFigureOut">
              <a:rPr lang="es-CO" smtClean="0"/>
              <a:t>15/11/2025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93A047D-66CA-485C-93BE-B34ECA225832}" type="slidenum">
              <a:rPr lang="es-CO" smtClean="0"/>
              <a:t>‹Nº›</a:t>
            </a:fld>
            <a:endParaRPr lang="es-CO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12216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FDBDBA0C-C053-61CA-623E-53AE39436DDF}"/>
              </a:ext>
            </a:extLst>
          </p:cNvPr>
          <p:cNvSpPr txBox="1"/>
          <p:nvPr/>
        </p:nvSpPr>
        <p:spPr>
          <a:xfrm>
            <a:off x="4301835" y="288581"/>
            <a:ext cx="35883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dirty="0">
                <a:latin typeface="Arial Rounded MT Bold" panose="020F0704030504030204" pitchFamily="34" charset="0"/>
              </a:rPr>
              <a:t>Matriz de riesgos</a:t>
            </a:r>
            <a:endParaRPr lang="es-CO" sz="3200" dirty="0">
              <a:latin typeface="Arial Rounded MT Bold" panose="020F0704030504030204" pitchFamily="34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7D6005D-F9BC-9514-E9CE-50CB11265F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3495640"/>
              </p:ext>
            </p:extLst>
          </p:nvPr>
        </p:nvGraphicFramePr>
        <p:xfrm>
          <a:off x="625639" y="1104676"/>
          <a:ext cx="10940720" cy="506079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4539916">
                  <a:extLst>
                    <a:ext uri="{9D8B030D-6E8A-4147-A177-3AD203B41FA5}">
                      <a16:colId xmlns:a16="http://schemas.microsoft.com/office/drawing/2014/main" val="1925602882"/>
                    </a:ext>
                  </a:extLst>
                </a:gridCol>
                <a:gridCol w="1860884">
                  <a:extLst>
                    <a:ext uri="{9D8B030D-6E8A-4147-A177-3AD203B41FA5}">
                      <a16:colId xmlns:a16="http://schemas.microsoft.com/office/drawing/2014/main" val="4145703102"/>
                    </a:ext>
                  </a:extLst>
                </a:gridCol>
                <a:gridCol w="1379621">
                  <a:extLst>
                    <a:ext uri="{9D8B030D-6E8A-4147-A177-3AD203B41FA5}">
                      <a16:colId xmlns:a16="http://schemas.microsoft.com/office/drawing/2014/main" val="1499724683"/>
                    </a:ext>
                  </a:extLst>
                </a:gridCol>
                <a:gridCol w="3160299">
                  <a:extLst>
                    <a:ext uri="{9D8B030D-6E8A-4147-A177-3AD203B41FA5}">
                      <a16:colId xmlns:a16="http://schemas.microsoft.com/office/drawing/2014/main" val="2643521724"/>
                    </a:ext>
                  </a:extLst>
                </a:gridCol>
              </a:tblGrid>
              <a:tr h="1047305"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Riesgo</a:t>
                      </a:r>
                      <a:endParaRPr lang="es-CO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Probabilidad</a:t>
                      </a:r>
                      <a:endParaRPr lang="es-CO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Impacto</a:t>
                      </a:r>
                      <a:endParaRPr lang="es-CO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Estrategia de mitigación</a:t>
                      </a:r>
                      <a:endParaRPr lang="es-CO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8104052"/>
                  </a:ext>
                </a:extLst>
              </a:tr>
              <a:tr h="623304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Problemas con los usuarios al llenar los campos del registro de usuario correctamente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Baja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Alto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Diseñar métodos para validar si los datos que se ingresan en el formulario son correctos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892369"/>
                  </a:ext>
                </a:extLst>
              </a:tr>
              <a:tr h="83419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Error al guardar la informacion necesaria para registrar al usuario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Baja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Alto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Implementar métodos para detectar errores de envio de informacion a la base de datos e informar sobre el error para ser revisado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6154192"/>
                  </a:ext>
                </a:extLst>
              </a:tr>
              <a:tr h="68981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Errores al guardar las reservas creadas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Media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Alto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Pruebas para validar desempeño, implementar avisos de error.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309378"/>
                  </a:ext>
                </a:extLst>
              </a:tr>
              <a:tr h="802104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Problemas al guardar las calificaciones de los usuarios sobre los restaurantes y hoteles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Media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Medio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Además de la calificación diseñar comentarios para que la gente se pueda guiar sobre la calidad del negocio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370021"/>
                  </a:ext>
                </a:extLst>
              </a:tr>
              <a:tr h="1047305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Problemas con la validación de credenciales al iniciar secion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Media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Alto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En caso de un error asi recomendar comunicarse con el soporte técnico para inspeccionar el problema y buscar </a:t>
                      </a:r>
                      <a:r>
                        <a:rPr lang="es-MX" sz="120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una solución (</a:t>
                      </a:r>
                      <a:r>
                        <a:rPr lang="es-MX" sz="1200" dirty="0">
                          <a:solidFill>
                            <a:sysClr val="windowText" lastClr="000000"/>
                          </a:solidFill>
                          <a:latin typeface="Arial Rounded MT Bold" panose="020F0704030504030204" pitchFamily="34" charset="0"/>
                        </a:rPr>
                        <a:t>tambien comprobar que si esta registrado)</a:t>
                      </a:r>
                      <a:endParaRPr lang="es-CO" sz="1200" dirty="0">
                        <a:solidFill>
                          <a:sysClr val="windowText" lastClr="000000"/>
                        </a:solidFill>
                        <a:latin typeface="Arial Rounded MT Bold" panose="020F07040305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730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27608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ería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1571</TotalTime>
  <Words>163</Words>
  <Application>Microsoft Office PowerPoint</Application>
  <PresentationFormat>Panorámica</PresentationFormat>
  <Paragraphs>25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Arial</vt:lpstr>
      <vt:lpstr>Arial Rounded MT Bold</vt:lpstr>
      <vt:lpstr>Rockwell</vt:lpstr>
      <vt:lpstr>Galería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TersonWar .</dc:creator>
  <cp:lastModifiedBy>TersonWar .</cp:lastModifiedBy>
  <cp:revision>7</cp:revision>
  <dcterms:created xsi:type="dcterms:W3CDTF">2025-10-04T22:37:57Z</dcterms:created>
  <dcterms:modified xsi:type="dcterms:W3CDTF">2025-11-16T03:26:39Z</dcterms:modified>
</cp:coreProperties>
</file>