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0" autoAdjust="0"/>
    <p:restoredTop sz="94660"/>
  </p:normalViewPr>
  <p:slideViewPr>
    <p:cSldViewPr snapToGrid="0">
      <p:cViewPr varScale="1">
        <p:scale>
          <a:sx n="57" d="100"/>
          <a:sy n="57" d="100"/>
        </p:scale>
        <p:origin x="78" y="1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F33E75-0B0B-4C1B-BB65-CADDC5B65F71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3894FB-DB5E-443B-B6B9-FBEA07743EF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4776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38DC41-9008-4932-B025-85989C242988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5789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292F0-41AD-4C3A-AA29-8FF86FD25430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080A13C3-2960-4C39-95C6-0D8CFADF23E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51580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292F0-41AD-4C3A-AA29-8FF86FD25430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A13C3-2960-4C39-95C6-0D8CFADF23E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61559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292F0-41AD-4C3A-AA29-8FF86FD25430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A13C3-2960-4C39-95C6-0D8CFADF23E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50752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292F0-41AD-4C3A-AA29-8FF86FD25430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A13C3-2960-4C39-95C6-0D8CFADF23E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5856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292F0-41AD-4C3A-AA29-8FF86FD25430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A13C3-2960-4C39-95C6-0D8CFADF23E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33501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292F0-41AD-4C3A-AA29-8FF86FD25430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A13C3-2960-4C39-95C6-0D8CFADF23E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05287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292F0-41AD-4C3A-AA29-8FF86FD25430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A13C3-2960-4C39-95C6-0D8CFADF23E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93616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292F0-41AD-4C3A-AA29-8FF86FD25430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A13C3-2960-4C39-95C6-0D8CFADF23E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19414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08A292F0-41AD-4C3A-AA29-8FF86FD25430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A13C3-2960-4C39-95C6-0D8CFADF23E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9824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292F0-41AD-4C3A-AA29-8FF86FD25430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A13C3-2960-4C39-95C6-0D8CFADF23E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50943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292F0-41AD-4C3A-AA29-8FF86FD25430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A13C3-2960-4C39-95C6-0D8CFADF23E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8483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A292F0-41AD-4C3A-AA29-8FF86FD25430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080A13C3-2960-4C39-95C6-0D8CFADF23E7}" type="slidenum">
              <a:rPr lang="es-CO" smtClean="0"/>
              <a:t>‹Nº›</a:t>
            </a:fld>
            <a:endParaRPr lang="es-CO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53551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0ED5096F-2A9E-88DC-8934-4B7E5B301A17}"/>
              </a:ext>
            </a:extLst>
          </p:cNvPr>
          <p:cNvGraphicFramePr>
            <a:graphicFrameLocks noGrp="1"/>
          </p:cNvGraphicFramePr>
          <p:nvPr/>
        </p:nvGraphicFramePr>
        <p:xfrm>
          <a:off x="647826" y="1677545"/>
          <a:ext cx="11023096" cy="3929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5774">
                  <a:extLst>
                    <a:ext uri="{9D8B030D-6E8A-4147-A177-3AD203B41FA5}">
                      <a16:colId xmlns:a16="http://schemas.microsoft.com/office/drawing/2014/main" val="3443158554"/>
                    </a:ext>
                  </a:extLst>
                </a:gridCol>
                <a:gridCol w="2755774">
                  <a:extLst>
                    <a:ext uri="{9D8B030D-6E8A-4147-A177-3AD203B41FA5}">
                      <a16:colId xmlns:a16="http://schemas.microsoft.com/office/drawing/2014/main" val="2737957386"/>
                    </a:ext>
                  </a:extLst>
                </a:gridCol>
                <a:gridCol w="2755774">
                  <a:extLst>
                    <a:ext uri="{9D8B030D-6E8A-4147-A177-3AD203B41FA5}">
                      <a16:colId xmlns:a16="http://schemas.microsoft.com/office/drawing/2014/main" val="2295194415"/>
                    </a:ext>
                  </a:extLst>
                </a:gridCol>
                <a:gridCol w="2755774">
                  <a:extLst>
                    <a:ext uri="{9D8B030D-6E8A-4147-A177-3AD203B41FA5}">
                      <a16:colId xmlns:a16="http://schemas.microsoft.com/office/drawing/2014/main" val="36873321"/>
                    </a:ext>
                  </a:extLst>
                </a:gridCol>
              </a:tblGrid>
              <a:tr h="66827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ysClr val="windowText" lastClr="000000"/>
                          </a:solidFill>
                          <a:latin typeface="Arial Rounded MT Bold" panose="020F0704030504030204" pitchFamily="34" charset="0"/>
                        </a:rPr>
                        <a:t>Necesidades</a:t>
                      </a:r>
                      <a:endParaRPr lang="es-CO" dirty="0">
                        <a:solidFill>
                          <a:sysClr val="windowText" lastClr="0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ysClr val="windowText" lastClr="000000"/>
                          </a:solidFill>
                          <a:latin typeface="Arial Rounded MT Bold" panose="020F0704030504030204" pitchFamily="34" charset="0"/>
                        </a:rPr>
                        <a:t>Problemas</a:t>
                      </a:r>
                      <a:endParaRPr lang="es-CO" dirty="0">
                        <a:solidFill>
                          <a:sysClr val="windowText" lastClr="0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ysClr val="windowText" lastClr="000000"/>
                          </a:solidFill>
                          <a:latin typeface="Arial Rounded MT Bold" panose="020F0704030504030204" pitchFamily="34" charset="0"/>
                        </a:rPr>
                        <a:t>Deseos</a:t>
                      </a:r>
                      <a:endParaRPr lang="es-CO" dirty="0">
                        <a:solidFill>
                          <a:sysClr val="windowText" lastClr="0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ysClr val="windowText" lastClr="000000"/>
                          </a:solidFill>
                          <a:latin typeface="Arial Rounded MT Bold" panose="020F0704030504030204" pitchFamily="34" charset="0"/>
                        </a:rPr>
                        <a:t>Observaciones</a:t>
                      </a:r>
                      <a:endParaRPr lang="es-CO" dirty="0">
                        <a:solidFill>
                          <a:sysClr val="windowText" lastClr="0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792405"/>
                  </a:ext>
                </a:extLst>
              </a:tr>
              <a:tr h="668270">
                <a:tc>
                  <a:txBody>
                    <a:bodyPr/>
                    <a:lstStyle/>
                    <a:p>
                      <a:r>
                        <a:rPr lang="es-MX" sz="1400" dirty="0">
                          <a:latin typeface="Arial Rounded MT Bold" panose="020F0704030504030204" pitchFamily="34" charset="0"/>
                        </a:rPr>
                        <a:t>Necesito que la cantidad de turistas que visitan el santuario de las lajas aumente</a:t>
                      </a:r>
                      <a:endParaRPr lang="es-CO" sz="14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latin typeface="Arial Rounded MT Bold" panose="020F0704030504030204" pitchFamily="34" charset="0"/>
                        </a:rPr>
                        <a:t>Los turistas que visitan las lajas han disminuido en el ultimo año</a:t>
                      </a:r>
                      <a:endParaRPr lang="es-CO" sz="14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dirty="0">
                          <a:latin typeface="Arial Rounded MT Bold" panose="020F0704030504030204" pitchFamily="34" charset="0"/>
                        </a:rPr>
                        <a:t>Deseamos plantear una solución a la baja cantidad de visitantes del santuario de las lajas</a:t>
                      </a:r>
                      <a:endParaRPr lang="es-CO" sz="1400" dirty="0">
                        <a:latin typeface="Arial Rounded MT Bold" panose="020F0704030504030204" pitchFamily="34" charset="0"/>
                      </a:endParaRPr>
                    </a:p>
                    <a:p>
                      <a:endParaRPr lang="es-MX" sz="14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latin typeface="Arial Rounded MT Bold" panose="020F0704030504030204" pitchFamily="34" charset="0"/>
                        </a:rPr>
                        <a:t>La cantidad de turistas que bajaron son los extranjeros ya que la población local que la visita sigue siendo bastante</a:t>
                      </a:r>
                      <a:endParaRPr lang="es-CO" sz="14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1258872"/>
                  </a:ext>
                </a:extLst>
              </a:tr>
              <a:tr h="668270">
                <a:tc>
                  <a:txBody>
                    <a:bodyPr/>
                    <a:lstStyle/>
                    <a:p>
                      <a:r>
                        <a:rPr lang="es-MX" sz="1400" dirty="0">
                          <a:latin typeface="Arial Rounded MT Bold" panose="020F0704030504030204" pitchFamily="34" charset="0"/>
                        </a:rPr>
                        <a:t>Necesito saber las razones por las que disminuyo el turismo en la localidad de las lajas</a:t>
                      </a:r>
                      <a:endParaRPr lang="es-CO" sz="14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latin typeface="Arial Rounded MT Bold" panose="020F0704030504030204" pitchFamily="34" charset="0"/>
                        </a:rPr>
                        <a:t>La disminución de turistas han afectado la economía de la localidad de las lajas</a:t>
                      </a:r>
                      <a:endParaRPr lang="es-CO" sz="14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latin typeface="Arial Rounded MT Bold" panose="020F0704030504030204" pitchFamily="34" charset="0"/>
                        </a:rPr>
                        <a:t>Deseamos conocer las necesidades de los turistas y resolverlas lo mejor posibles</a:t>
                      </a:r>
                      <a:endParaRPr lang="es-CO" sz="14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latin typeface="Arial Rounded MT Bold" panose="020F0704030504030204" pitchFamily="34" charset="0"/>
                        </a:rPr>
                        <a:t>A pesar de tener los números del turismo desconocen las causas de la poca actividad turística.</a:t>
                      </a:r>
                      <a:endParaRPr lang="es-CO" sz="14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639305"/>
                  </a:ext>
                </a:extLst>
              </a:tr>
              <a:tr h="668270">
                <a:tc>
                  <a:txBody>
                    <a:bodyPr/>
                    <a:lstStyle/>
                    <a:p>
                      <a:r>
                        <a:rPr lang="es-MX" sz="1400" dirty="0">
                          <a:latin typeface="Arial Rounded MT Bold" panose="020F0704030504030204" pitchFamily="34" charset="0"/>
                        </a:rPr>
                        <a:t>Necesito una herramienta tecnológica que ayude a conocer y promocionar la localidad de las lajas</a:t>
                      </a:r>
                      <a:endParaRPr lang="es-CO" sz="14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14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latin typeface="Arial Rounded MT Bold" panose="020F0704030504030204" pitchFamily="34" charset="0"/>
                        </a:rPr>
                        <a:t>Deseamos una solución tecnológica que incentive a los turistas a visitar las lajas</a:t>
                      </a:r>
                      <a:endParaRPr lang="es-CO" sz="14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latin typeface="Arial Rounded MT Bold" panose="020F0704030504030204" pitchFamily="34" charset="0"/>
                        </a:rPr>
                        <a:t>El santuario de las lajas ya tiene una pagina web pero esta esta desactualizada y es solo del santuario no incluye la localidad de las lajas.</a:t>
                      </a:r>
                      <a:endParaRPr lang="es-CO" sz="14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512150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6D05BD71-8DF7-5F46-FC78-ED5BE209757E}"/>
              </a:ext>
            </a:extLst>
          </p:cNvPr>
          <p:cNvSpPr txBox="1"/>
          <p:nvPr/>
        </p:nvSpPr>
        <p:spPr>
          <a:xfrm>
            <a:off x="3588909" y="858949"/>
            <a:ext cx="50141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dirty="0">
                <a:latin typeface="Arial Rounded MT Bold" panose="020F0704030504030204" pitchFamily="34" charset="0"/>
              </a:rPr>
              <a:t>Entrevistas cualitativas</a:t>
            </a:r>
            <a:endParaRPr lang="es-CO" sz="32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2484104"/>
      </p:ext>
    </p:extLst>
  </p:cSld>
  <p:clrMapOvr>
    <a:masterClrMapping/>
  </p:clrMapOvr>
</p:sld>
</file>

<file path=ppt/theme/theme1.xml><?xml version="1.0" encoding="utf-8"?>
<a:theme xmlns:a="http://schemas.openxmlformats.org/drawingml/2006/main" name="Galería">
  <a:themeElements>
    <a:clrScheme name="Galería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06BFDE"/>
      </a:accent6>
      <a:hlink>
        <a:srgbClr val="FBAE29"/>
      </a:hlink>
      <a:folHlink>
        <a:srgbClr val="EDC47E"/>
      </a:folHlink>
    </a:clrScheme>
    <a:fontScheme name="Galería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í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Galería</Template>
  <TotalTime>0</TotalTime>
  <Words>182</Words>
  <Application>Microsoft Office PowerPoint</Application>
  <PresentationFormat>Panorámica</PresentationFormat>
  <Paragraphs>17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Arial</vt:lpstr>
      <vt:lpstr>Arial Rounded MT Bold</vt:lpstr>
      <vt:lpstr>Rockwell</vt:lpstr>
      <vt:lpstr>Galería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TersonWar .</dc:creator>
  <cp:lastModifiedBy>TersonWar .</cp:lastModifiedBy>
  <cp:revision>1</cp:revision>
  <dcterms:created xsi:type="dcterms:W3CDTF">2025-11-16T03:26:12Z</dcterms:created>
  <dcterms:modified xsi:type="dcterms:W3CDTF">2025-11-16T03:26:40Z</dcterms:modified>
</cp:coreProperties>
</file>